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3" r:id="rId3"/>
    <p:sldId id="257" r:id="rId4"/>
    <p:sldId id="264" r:id="rId5"/>
    <p:sldId id="258" r:id="rId6"/>
    <p:sldId id="259" r:id="rId7"/>
    <p:sldId id="261" r:id="rId8"/>
    <p:sldId id="266" r:id="rId9"/>
    <p:sldId id="267" r:id="rId10"/>
    <p:sldId id="269" r:id="rId11"/>
    <p:sldId id="268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0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1716332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777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415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891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002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738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563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005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144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086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625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4841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6688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252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8927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7556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285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975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AI-Based PID Auto-Tuning Using Machine Learning and AWS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Harpreet Singh</a:t>
            </a:r>
          </a:p>
          <a:p>
            <a:r>
              <a:rPr lang="en-US" dirty="0"/>
              <a:t>011 932 084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0325" y="0"/>
            <a:ext cx="7704667" cy="1981200"/>
          </a:xfrm>
        </p:spPr>
        <p:txBody>
          <a:bodyPr/>
          <a:lstStyle/>
          <a:p>
            <a:r>
              <a:rPr dirty="0"/>
              <a:t>PID Control System Diagram</a:t>
            </a:r>
          </a:p>
        </p:txBody>
      </p:sp>
      <p:pic>
        <p:nvPicPr>
          <p:cNvPr id="1032" name="Picture 8" descr="What are the Principles of PID Controllers?">
            <a:extLst>
              <a:ext uri="{FF2B5EF4-FFF2-40B4-BE49-F238E27FC236}">
                <a16:creationId xmlns:a16="http://schemas.microsoft.com/office/drawing/2014/main" id="{501E40E8-3271-42FF-86D1-12B5700AF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6034" y="1452843"/>
            <a:ext cx="6953250" cy="4400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762592"/>
            <a:ext cx="7704667" cy="3332816"/>
          </a:xfrm>
        </p:spPr>
        <p:txBody>
          <a:bodyPr/>
          <a:lstStyle/>
          <a:p>
            <a:r>
              <a:rPr dirty="0"/>
              <a:t>Traditional PID controllers require manual tuning</a:t>
            </a:r>
          </a:p>
          <a:p>
            <a:r>
              <a:rPr dirty="0"/>
              <a:t>Poor tuning causes overshoot and oscillations</a:t>
            </a:r>
          </a:p>
          <a:p>
            <a:r>
              <a:rPr dirty="0"/>
              <a:t>Industrial systems change over time</a:t>
            </a:r>
          </a:p>
          <a:p>
            <a:r>
              <a:rPr dirty="0"/>
              <a:t>Machine learning can automatically tune PID parameters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1333" y="412376"/>
            <a:ext cx="4271183" cy="591670"/>
          </a:xfrm>
        </p:spPr>
        <p:txBody>
          <a:bodyPr>
            <a:normAutofit fontScale="90000"/>
          </a:bodyPr>
          <a:lstStyle/>
          <a:p>
            <a:r>
              <a:rPr sz="2400" dirty="0"/>
              <a:t>PID </a:t>
            </a:r>
            <a:r>
              <a:rPr lang="en-US" sz="2400" dirty="0"/>
              <a:t>controller’s typical Reponses</a:t>
            </a:r>
            <a:endParaRPr sz="2400" dirty="0"/>
          </a:p>
        </p:txBody>
      </p:sp>
      <p:pic>
        <p:nvPicPr>
          <p:cNvPr id="2050" name="Picture 2" descr="Overshoot and undershoot in servo control systems">
            <a:extLst>
              <a:ext uri="{FF2B5EF4-FFF2-40B4-BE49-F238E27FC236}">
                <a16:creationId xmlns:a16="http://schemas.microsoft.com/office/drawing/2014/main" id="{731C4C49-6624-457B-813F-17A5D7034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568" y="1110942"/>
            <a:ext cx="7766901" cy="3989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762592"/>
            <a:ext cx="7704667" cy="3332816"/>
          </a:xfrm>
        </p:spPr>
        <p:txBody>
          <a:bodyPr/>
          <a:lstStyle/>
          <a:p>
            <a:r>
              <a:rPr dirty="0"/>
              <a:t>Regression model predicts PID gains</a:t>
            </a:r>
          </a:p>
          <a:p>
            <a:r>
              <a:rPr dirty="0"/>
              <a:t>Inputs: Error, Integral Error, Derivative Error</a:t>
            </a:r>
          </a:p>
          <a:p>
            <a:r>
              <a:rPr dirty="0"/>
              <a:t>Outputs: </a:t>
            </a:r>
            <a:r>
              <a:rPr dirty="0" err="1"/>
              <a:t>Kp</a:t>
            </a:r>
            <a:r>
              <a:rPr dirty="0"/>
              <a:t>, Ki, </a:t>
            </a:r>
            <a:r>
              <a:rPr dirty="0" err="1"/>
              <a:t>Kd</a:t>
            </a:r>
            <a:endParaRPr dirty="0"/>
          </a:p>
          <a:p>
            <a:r>
              <a:rPr dirty="0"/>
              <a:t>Model trained using AWS Sage Maker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674" y="1762592"/>
            <a:ext cx="7704667" cy="3332816"/>
          </a:xfrm>
        </p:spPr>
        <p:txBody>
          <a:bodyPr/>
          <a:lstStyle/>
          <a:p>
            <a:r>
              <a:rPr dirty="0"/>
              <a:t>Data generation</a:t>
            </a:r>
          </a:p>
          <a:p>
            <a:r>
              <a:rPr dirty="0"/>
              <a:t>Data preprocessing</a:t>
            </a:r>
          </a:p>
          <a:p>
            <a:r>
              <a:rPr dirty="0"/>
              <a:t>Model training</a:t>
            </a:r>
          </a:p>
          <a:p>
            <a:r>
              <a:rPr dirty="0"/>
              <a:t>Model evaluation</a:t>
            </a:r>
          </a:p>
          <a:p>
            <a:r>
              <a:rPr dirty="0"/>
              <a:t>Cloud deployment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6604" y="1762592"/>
            <a:ext cx="7704667" cy="3332816"/>
          </a:xfrm>
        </p:spPr>
        <p:txBody>
          <a:bodyPr/>
          <a:lstStyle/>
          <a:p>
            <a:r>
              <a:rPr dirty="0"/>
              <a:t>Automatic controller tuning</a:t>
            </a:r>
          </a:p>
          <a:p>
            <a:r>
              <a:rPr dirty="0"/>
              <a:t>Reduced engineering effort</a:t>
            </a:r>
          </a:p>
          <a:p>
            <a:r>
              <a:rPr dirty="0"/>
              <a:t>Improved system stability</a:t>
            </a:r>
          </a:p>
          <a:p>
            <a:r>
              <a:rPr dirty="0"/>
              <a:t>Supports Industry 4.0 automation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PID vs AI-Tuned PID Performance</a:t>
            </a:r>
          </a:p>
        </p:txBody>
      </p:sp>
      <p:pic>
        <p:nvPicPr>
          <p:cNvPr id="3" name="Picture 2" descr="pid_vs_ai_p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0211" y="1972236"/>
            <a:ext cx="4557932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0297" y="1066801"/>
            <a:ext cx="3867773" cy="546846"/>
          </a:xfrm>
        </p:spPr>
        <p:txBody>
          <a:bodyPr>
            <a:normAutofit fontScale="90000"/>
          </a:bodyPr>
          <a:lstStyle/>
          <a:p>
            <a:r>
              <a:rPr sz="3200" dirty="0"/>
              <a:t>Dataset Generation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7B0CC8-8139-4507-9A96-97CFB189A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929" y="1857361"/>
            <a:ext cx="5306165" cy="420111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4486" y="172586"/>
            <a:ext cx="5694839" cy="519952"/>
          </a:xfrm>
        </p:spPr>
        <p:txBody>
          <a:bodyPr>
            <a:noAutofit/>
          </a:bodyPr>
          <a:lstStyle/>
          <a:p>
            <a:r>
              <a:rPr sz="2800" dirty="0"/>
              <a:t>AWS S3 – Dataset Upload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8B08CE-174E-4F29-81AD-1CDFA5B1E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673" y="692538"/>
            <a:ext cx="6315249" cy="584273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8728" y="561604"/>
            <a:ext cx="6790267" cy="510987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AWS Sage Maker – Model Prediction Output</a:t>
            </a:r>
            <a:endParaRPr sz="2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A2DFD1-D246-41F7-BAA4-BDCC09E46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600" y="1247470"/>
            <a:ext cx="7386731" cy="46154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0745" y="1762592"/>
            <a:ext cx="7704667" cy="3332816"/>
          </a:xfrm>
        </p:spPr>
        <p:txBody>
          <a:bodyPr/>
          <a:lstStyle/>
          <a:p>
            <a:r>
              <a:rPr dirty="0"/>
              <a:t>Machine learning enhances traditional PID control</a:t>
            </a:r>
          </a:p>
          <a:p>
            <a:r>
              <a:rPr dirty="0"/>
              <a:t>AWS cloud enables scalable model training</a:t>
            </a:r>
          </a:p>
          <a:p>
            <a:r>
              <a:rPr dirty="0"/>
              <a:t>Adaptive control systems are future of smart manufacturing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99</TotalTime>
  <Words>143</Words>
  <Application>Microsoft Office PowerPoint</Application>
  <PresentationFormat>On-screen Show (4:3)</PresentationFormat>
  <Paragraphs>34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Corbel</vt:lpstr>
      <vt:lpstr>Parallax</vt:lpstr>
      <vt:lpstr>AI-Based PID Auto-Tuning Using Machine Learning and AWS</vt:lpstr>
      <vt:lpstr>PID Control System Diagram</vt:lpstr>
      <vt:lpstr>Problem Statement</vt:lpstr>
      <vt:lpstr>PID controller’s typical Reponses</vt:lpstr>
      <vt:lpstr>Proposed Solution</vt:lpstr>
      <vt:lpstr>Machine Learning Pipeline</vt:lpstr>
      <vt:lpstr>Benefits</vt:lpstr>
      <vt:lpstr>PID vs AI-Tuned PID Performance</vt:lpstr>
      <vt:lpstr>Dataset Generation</vt:lpstr>
      <vt:lpstr>AWS S3 – Dataset Upload</vt:lpstr>
      <vt:lpstr>AWS Sage Maker – Model Prediction Output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PID Auto-Tuning Using Machine Learning and AWS</dc:title>
  <dc:subject/>
  <dc:creator>Harpreet Singh</dc:creator>
  <cp:keywords/>
  <dc:description>generated using python-pptx</dc:description>
  <cp:lastModifiedBy>Harpreet Singh</cp:lastModifiedBy>
  <cp:revision>12</cp:revision>
  <dcterms:created xsi:type="dcterms:W3CDTF">2013-01-27T09:14:16Z</dcterms:created>
  <dcterms:modified xsi:type="dcterms:W3CDTF">2026-03-08T23:39:12Z</dcterms:modified>
  <cp:category/>
</cp:coreProperties>
</file>